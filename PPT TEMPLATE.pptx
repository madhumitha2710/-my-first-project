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70" r:id="rId10"/>
    <p:sldId id="272" r:id="rId11"/>
    <p:sldId id="273" r:id="rId12"/>
    <p:sldId id="274" r:id="rId13"/>
    <p:sldId id="275" r:id="rId14"/>
    <p:sldId id="276" r:id="rId15"/>
    <p:sldId id="277" r:id="rId16"/>
    <p:sldId id="279" r:id="rId17"/>
    <p:sldId id="280" r:id="rId18"/>
    <p:sldId id="278" r:id="rId19"/>
  </p:sldIdLst>
  <p:sldSz cx="12192000" cy="6858000"/>
  <p:notesSz cx="9144000" cy="6858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SimSun" panose="02010600030101010101" pitchFamily="2" charset="-122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85" autoAdjust="0"/>
    <p:restoredTop sz="94660" autoAdjust="0"/>
  </p:normalViewPr>
  <p:slideViewPr>
    <p:cSldViewPr showGuides="1">
      <p:cViewPr varScale="1">
        <p:scale>
          <a:sx n="68" d="100"/>
          <a:sy n="68" d="100"/>
        </p:scale>
        <p:origin x="534" y="60"/>
      </p:cViewPr>
      <p:guideLst>
        <p:guide orient="horz" pos="2880"/>
        <p:guide pos="21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‹#›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algn="l"/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algn="r"/>
            <a:fld id="{CAD2D6BD-DE1B-4B5F-8B41-2702339687B9}" type="datetime1">
              <a:rPr lang="en-US" altLang="zh-CN" sz="1200">
                <a:latin typeface="Calibri" panose="020F0502020204030204" charset="0"/>
                <a:ea typeface="等线" charset="0"/>
                <a:cs typeface="Calibri" panose="020F0502020204030204" charset="0"/>
              </a:rPr>
              <a:t>9/27/2026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10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1" name="文本框"/>
          <p:cNvSpPr>
            <a:spLocks noGrp="1"/>
          </p:cNvSpPr>
          <p:nvPr>
            <p:ph type="body" idx="3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ft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l"/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anose="020F0502020204030204" charset="0"/>
        <a:ea typeface="等线" charset="0"/>
        <a:cs typeface="Calibri" panose="020F050202020403020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31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32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2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41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42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3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57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8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4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68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69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5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80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81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6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93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94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7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154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55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8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166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67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9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03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04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10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29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30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11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42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43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12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55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56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13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68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9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14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68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9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15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68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9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16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68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9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519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/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anose="020F0502020204030204" charset="0"/>
                <a:ea typeface="等线" charset="0"/>
                <a:cs typeface="Calibri" panose="020F0502020204030204" charset="0"/>
              </a:rPr>
              <a:t>17</a:t>
            </a:fld>
            <a:endParaRPr lang="zh-CN" altLang="en-US" sz="1200">
              <a:latin typeface="Calibri" panose="020F0502020204030204" charset="0"/>
              <a:ea typeface="等线" charset="0"/>
              <a:cs typeface="Calibri" panose="020F0502020204030204" charset="0"/>
            </a:endParaRPr>
          </a:p>
        </p:txBody>
      </p:sp>
      <p:sp>
        <p:nvSpPr>
          <p:cNvPr id="268" name="对象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9" name="文本框"/>
          <p:cNvSpPr>
            <a:spLocks noGrp="1"/>
          </p:cNvSpPr>
          <p:nvPr>
            <p:ph type="body" idx="1"/>
          </p:nvPr>
        </p:nvSpPr>
        <p:spPr>
          <a:xfrm>
            <a:off x="1219200" y="3300412"/>
            <a:ext cx="9753600" cy="270033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227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noGrp="1"/>
          </p:cNvSpPr>
          <p:nvPr>
            <p:ph type="title"/>
          </p:nvPr>
        </p:nvSpPr>
        <p:spPr>
          <a:xfrm>
            <a:off x="2957194" y="640207"/>
            <a:ext cx="6277610" cy="627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endParaRPr lang="zh-CN" altLang="en-US" sz="3950" b="0" i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"/>
          <p:cNvSpPr>
            <a:spLocks noGrp="1"/>
          </p:cNvSpPr>
          <p:nvPr>
            <p:ph type="body" idx="1"/>
          </p:nvPr>
        </p:nvSpPr>
        <p:spPr>
          <a:xfrm>
            <a:off x="913891" y="1706118"/>
            <a:ext cx="10364215" cy="35775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endParaRPr lang="zh-CN" altLang="en-US" b="0" i="0">
              <a:solidFill>
                <a:schemeClr val="tx1"/>
              </a:solidFill>
            </a:endParaRPr>
          </a:p>
        </p:txBody>
      </p:sp>
      <p:sp>
        <p:nvSpPr>
          <p:cNvPr id="15" name="文本框"/>
          <p:cNvSpPr>
            <a:spLocks noGrp="1"/>
          </p:cNvSpPr>
          <p:nvPr>
            <p:ph type="ftr" idx="5"/>
          </p:nvPr>
        </p:nvSpPr>
        <p:spPr>
          <a:xfrm>
            <a:off x="4145279" y="6377940"/>
            <a:ext cx="3901439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dt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l"/>
            <a:fld id="{CAD2D6BD-DE1B-4B5F-8B41-2702339687B9}" type="datetime1">
              <a:rPr lang="en-US" altLang="zh-CN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9/27/2026</a:t>
            </a:fld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r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‹#›</a:t>
            </a:fld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2957194" y="640207"/>
            <a:ext cx="6277610" cy="627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endParaRPr lang="zh-CN" altLang="en-US" sz="3950" b="0" i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5303520" cy="45262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endParaRPr lang="zh-CN" altLang="en-US"/>
          </a:p>
        </p:txBody>
      </p:sp>
      <p:sp>
        <p:nvSpPr>
          <p:cNvPr id="45" name="文本框"/>
          <p:cNvSpPr>
            <a:spLocks noGrp="1"/>
          </p:cNvSpPr>
          <p:nvPr>
            <p:ph type="body" idx="3"/>
          </p:nvPr>
        </p:nvSpPr>
        <p:spPr>
          <a:xfrm>
            <a:off x="6278880" y="1577340"/>
            <a:ext cx="5303520" cy="45262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endParaRPr lang="zh-CN" altLang="en-US"/>
          </a:p>
        </p:txBody>
      </p:sp>
      <p:sp>
        <p:nvSpPr>
          <p:cNvPr id="46" name="文本框"/>
          <p:cNvSpPr>
            <a:spLocks noGrp="1"/>
          </p:cNvSpPr>
          <p:nvPr>
            <p:ph type="ftr" idx="5"/>
          </p:nvPr>
        </p:nvSpPr>
        <p:spPr>
          <a:xfrm>
            <a:off x="4145279" y="6377940"/>
            <a:ext cx="3901439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47" name="文本框"/>
          <p:cNvSpPr>
            <a:spLocks noGrp="1"/>
          </p:cNvSpPr>
          <p:nvPr>
            <p:ph type="dt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l"/>
            <a:fld id="{CAD2D6BD-DE1B-4B5F-8B41-2702339687B9}" type="datetime1">
              <a:rPr lang="en-US" altLang="zh-CN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9/27/2026</a:t>
            </a:fld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r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‹#›</a:t>
            </a:fld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2957194" y="640207"/>
            <a:ext cx="6277610" cy="6273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endParaRPr lang="zh-CN" altLang="en-US" sz="3950" b="0" i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913891" y="1706118"/>
            <a:ext cx="10364215" cy="35775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endParaRPr lang="zh-CN" altLang="en-US" b="0" i="0">
              <a:solidFill>
                <a:schemeClr val="tx1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idx="5"/>
          </p:nvPr>
        </p:nvSpPr>
        <p:spPr>
          <a:xfrm>
            <a:off x="4145279" y="6377940"/>
            <a:ext cx="3901439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ctr"/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l"/>
            <a:fld id="{CAD2D6BD-DE1B-4B5F-8B41-2702339687B9}" type="datetime1">
              <a:rPr lang="en-US" altLang="zh-CN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9/27/2026</a:t>
            </a:fld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0" rIns="0" bIns="0" anchor="t" anchorCtr="0">
            <a:spAutoFit/>
          </a:bodyPr>
          <a:lstStyle/>
          <a:p>
            <a:pPr algn="r"/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‹#›</a:t>
            </a:fld>
            <a:endParaRPr lang="zh-CN" altLang="en-US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1pPr>
    </p:titleStyle>
    <p:bodyStyle>
      <a:lvl1pPr marL="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1pPr>
      <a:lvl2pPr marL="4572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2pPr>
      <a:lvl3pPr marL="9144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3pPr>
      <a:lvl4pPr marL="13716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4pPr>
      <a:lvl5pPr marL="18288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5pPr>
      <a:lvl6pPr marL="22860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6pPr>
      <a:lvl7pPr marL="27432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7pPr>
      <a:lvl8pPr marL="32004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8pPr>
      <a:lvl9pPr marL="3200400" indent="0" defTabSz="914400" fontAlgn="auto" hangingPunct="1">
        <a:buNone/>
        <a:defRPr sz="1800">
          <a:latin typeface="Calibri" panose="020F0502020204030204" charset="0"/>
          <a:ea typeface="SimSun" panose="02010600030101010101" pitchFamily="2" charset="-122"/>
          <a:cs typeface="Calibri" panose="020F0502020204030204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525" y="11885"/>
            <a:ext cx="11433175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9" name="矩形"/>
          <p:cNvSpPr/>
          <p:nvPr/>
        </p:nvSpPr>
        <p:spPr>
          <a:xfrm>
            <a:off x="526573" y="4191000"/>
            <a:ext cx="5721827" cy="831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0" tIns="123189" rIns="0" bIns="0" anchor="t" anchorCtr="0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INTERNAL GUIDE</a:t>
            </a:r>
            <a:r>
              <a:rPr lang="en-US" altLang="zh-CN" sz="2000" b="1" i="0" u="none" strike="noStrike" kern="1200" cap="none" spc="-3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</a:t>
            </a: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N</a:t>
            </a:r>
            <a:r>
              <a:rPr lang="en-US" altLang="zh-CN" sz="1800" b="1" i="0" u="none" strike="noStrike" kern="1200" cap="none" spc="-15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A</a:t>
            </a:r>
            <a:r>
              <a:rPr lang="en-US" altLang="zh-CN" sz="18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M</a:t>
            </a:r>
            <a:r>
              <a:rPr lang="en-US" altLang="zh-CN" sz="1800" b="1" i="0" u="none" strike="noStrike" kern="1200" cap="none" spc="5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: </a:t>
            </a:r>
            <a:r>
              <a:rPr lang="en-US" altLang="zh-CN" sz="1800" b="0" i="0" u="none" strike="noStrike" kern="1200" cap="none" spc="0" baseline="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MS.A.Vijayashanthi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</a:t>
            </a:r>
            <a:endParaRPr lang="en-US" altLang="zh-CN" sz="1800" b="0" i="0" u="none" strike="noStrike" kern="1200" cap="none" spc="-90" baseline="0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12700" indent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-55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DESI</a:t>
            </a:r>
            <a:r>
              <a:rPr lang="en-US" altLang="zh-CN" sz="1800" b="1" i="0" u="none" strike="noStrike" kern="1200" cap="none" spc="-5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G</a:t>
            </a:r>
            <a:r>
              <a:rPr lang="en-US" altLang="zh-CN" sz="1800" b="1" i="0" u="none" strike="noStrike" kern="1200" cap="none" spc="-55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NATI</a:t>
            </a:r>
            <a:r>
              <a:rPr lang="en-US" altLang="zh-CN" sz="1800" b="1" i="0" u="none" strike="noStrike" kern="1200" cap="none" spc="-5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ON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:</a:t>
            </a:r>
            <a:r>
              <a:rPr lang="en-IN" altLang="en-US" sz="1800" b="0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AP</a:t>
            </a:r>
          </a:p>
        </p:txBody>
      </p:sp>
      <p:pic>
        <p:nvPicPr>
          <p:cNvPr id="20" name="图片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42700" y="55731"/>
            <a:ext cx="758823" cy="7181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1" name="矩形"/>
          <p:cNvSpPr/>
          <p:nvPr/>
        </p:nvSpPr>
        <p:spPr>
          <a:xfrm>
            <a:off x="1273723" y="2495549"/>
            <a:ext cx="10583840" cy="82994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0" u="none" strike="noStrike" kern="1200" cap="none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Convolutional Neural Networks Based Facial Recognition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0" u="none" strike="noStrike" kern="1200" cap="none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for Visually Impaired Navigation</a:t>
            </a:r>
          </a:p>
        </p:txBody>
      </p:sp>
      <p:sp>
        <p:nvSpPr>
          <p:cNvPr id="22" name="矩形"/>
          <p:cNvSpPr/>
          <p:nvPr/>
        </p:nvSpPr>
        <p:spPr>
          <a:xfrm>
            <a:off x="6096000" y="4191000"/>
            <a:ext cx="6096000" cy="16002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all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Calibri" panose="020F0502020204030204" charset="0"/>
              </a:rPr>
              <a:t>PRESENTED BY :</a:t>
            </a:r>
            <a:r>
              <a:rPr lang="en-US" altLang="zh-CN" sz="1800" b="0" i="0" u="none" strike="noStrike" kern="1200" cap="all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Calibri" panose="020F0502020204030204" charset="0"/>
              </a:rPr>
              <a:t> </a:t>
            </a:r>
            <a:r>
              <a:rPr lang="en-US" altLang="zh-CN" sz="1800" b="0" i="0" u="none" strike="noStrike" kern="1200" cap="all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Calibri" panose="020F0502020204030204" charset="0"/>
              </a:rPr>
              <a:t>MAHESWARAN R               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altLang="en-US" sz="1800" b="1" i="0" u="none" strike="noStrike" kern="1200" cap="all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Calibri" panose="020F0502020204030204" charset="0"/>
              </a:rPr>
              <a:t>                             </a:t>
            </a:r>
            <a:r>
              <a:rPr lang="en-US" altLang="zh-CN" sz="1800" b="1" i="0" u="none" strike="noStrike" kern="1200" cap="all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Calibri" panose="020F0502020204030204" charset="0"/>
              </a:rPr>
              <a:t>     </a:t>
            </a:r>
            <a:r>
              <a:rPr lang="en-US" altLang="zh-CN" sz="1800" i="0" u="none" strike="noStrike" kern="1200" cap="all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Calibri" panose="020F0502020204030204" charset="0"/>
              </a:rPr>
              <a:t>BOOPATHI A </a:t>
            </a:r>
          </a:p>
          <a:p>
            <a:pPr marL="0" indent="0" algn="l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1800" i="0" u="none" strike="noStrike" kern="1200" cap="all" spc="0" baseline="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charset="0"/>
                <a:ea typeface="SimSun" panose="02010600030101010101" pitchFamily="2" charset="-122"/>
                <a:cs typeface="Calibri" panose="020F0502020204030204" charset="0"/>
              </a:rPr>
              <a:t>                                  RAKESH R</a:t>
            </a:r>
          </a:p>
        </p:txBody>
      </p:sp>
      <p:sp>
        <p:nvSpPr>
          <p:cNvPr id="23" name="矩形"/>
          <p:cNvSpPr/>
          <p:nvPr/>
        </p:nvSpPr>
        <p:spPr>
          <a:xfrm>
            <a:off x="1676400" y="1752599"/>
            <a:ext cx="8400288" cy="461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MINIPROJECT REVIEW : 2</a:t>
            </a:r>
            <a:endParaRPr lang="zh-CN" altLang="en-US" sz="2400" b="1" i="0" u="none" strike="noStrike" kern="120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4" name="矩形"/>
          <p:cNvSpPr/>
          <p:nvPr/>
        </p:nvSpPr>
        <p:spPr>
          <a:xfrm>
            <a:off x="1062672" y="34877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5" name="矩形"/>
          <p:cNvSpPr/>
          <p:nvPr/>
        </p:nvSpPr>
        <p:spPr>
          <a:xfrm>
            <a:off x="1447800" y="986135"/>
            <a:ext cx="9481465" cy="4533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rgbClr val="96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DEPARTMENT OF ELECTRONICS AND COMMUNICATION  ENGINEERING</a:t>
            </a:r>
            <a:endParaRPr lang="zh-CN" altLang="en-US" sz="2400" b="1" i="0" u="none" strike="noStrike" kern="1200" cap="none" spc="0" baseline="0">
              <a:solidFill>
                <a:srgbClr val="960000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26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24041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7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8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9" name="图片" descr="C:\Users\ADMIN\Downloads\prathyusha newone (2)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30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34" name="矩形"/>
          <p:cNvSpPr/>
          <p:nvPr/>
        </p:nvSpPr>
        <p:spPr>
          <a:xfrm>
            <a:off x="1053147" y="22992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pic>
        <p:nvPicPr>
          <p:cNvPr id="35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36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37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2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>
            <a:off x="976750" y="1340199"/>
            <a:ext cx="10364215" cy="64325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ABSTRACT 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 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LITERATURE SURVEY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BLOCK DIAGRAM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FLOW CHART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SYSTEM ARCHITECTURE 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HARDWARE COMPONENTS DESCRIPTION 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WORKING PRINCIPLE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IMPLEMENTATION 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RESULTS AND DOS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APPLICATIONS 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ADVANTAGES 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IN" alt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    SDG/PO/PSO MAPPED WITH JUSTI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FICATION</a:t>
            </a: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1" i="0" u="none" strike="noStrike" kern="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1800" b="1" i="0" u="none" strike="noStrike" kern="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1800" b="1" i="0" u="none" strike="noStrike" kern="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z="1800" b="0" i="0" u="none" strike="noStrike" kern="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</p:txBody>
      </p:sp>
      <p:pic>
        <p:nvPicPr>
          <p:cNvPr id="40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0" name="矩形"/>
          <p:cNvSpPr/>
          <p:nvPr/>
        </p:nvSpPr>
        <p:spPr>
          <a:xfrm>
            <a:off x="1053147" y="40106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pic>
        <p:nvPicPr>
          <p:cNvPr id="51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2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53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54" name="文本框"/>
          <p:cNvSpPr>
            <a:spLocks noGrp="1"/>
          </p:cNvSpPr>
          <p:nvPr>
            <p:ph type="body" idx="2"/>
          </p:nvPr>
        </p:nvSpPr>
        <p:spPr>
          <a:xfrm>
            <a:off x="840104" y="156211"/>
            <a:ext cx="10919435" cy="19766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 dirty="0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ABSTRACT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800" b="1" i="0" u="none" strike="noStrike" kern="0" cap="none" spc="0" baseline="0" dirty="0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5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3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56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0" name="矩形"/>
          <p:cNvSpPr/>
          <p:nvPr/>
        </p:nvSpPr>
        <p:spPr>
          <a:xfrm>
            <a:off x="829262" y="1740574"/>
            <a:ext cx="10439399" cy="7677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pic>
        <p:nvPicPr>
          <p:cNvPr id="61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2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63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64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4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65" name="文本框"/>
          <p:cNvSpPr>
            <a:spLocks noGrp="1"/>
          </p:cNvSpPr>
          <p:nvPr>
            <p:ph type="body" idx="1"/>
          </p:nvPr>
        </p:nvSpPr>
        <p:spPr>
          <a:xfrm>
            <a:off x="829945" y="118110"/>
            <a:ext cx="11242040" cy="18466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                                        </a:t>
            </a:r>
            <a:r>
              <a:rPr lang="en-US" altLang="zh-CN" sz="26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INTRODUCTION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000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66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7" name="矩形"/>
          <p:cNvSpPr/>
          <p:nvPr/>
        </p:nvSpPr>
        <p:spPr>
          <a:xfrm>
            <a:off x="1053147" y="40106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71" name="矩形"/>
          <p:cNvSpPr/>
          <p:nvPr/>
        </p:nvSpPr>
        <p:spPr>
          <a:xfrm>
            <a:off x="829262" y="1740574"/>
            <a:ext cx="10439399" cy="7677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pic>
        <p:nvPicPr>
          <p:cNvPr id="72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73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74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75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5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6" name="文本框"/>
          <p:cNvSpPr>
            <a:spLocks noGrp="1"/>
          </p:cNvSpPr>
          <p:nvPr>
            <p:ph type="body" idx="1"/>
          </p:nvPr>
        </p:nvSpPr>
        <p:spPr>
          <a:xfrm>
            <a:off x="829310" y="480060"/>
            <a:ext cx="11125835" cy="55454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LITERATURE SURVEY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i="0" u="none" strike="noStrike" kern="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</p:txBody>
      </p:sp>
      <p:pic>
        <p:nvPicPr>
          <p:cNvPr id="77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78" name="矩形"/>
          <p:cNvSpPr/>
          <p:nvPr/>
        </p:nvSpPr>
        <p:spPr>
          <a:xfrm>
            <a:off x="1127718" y="3370806"/>
            <a:ext cx="10883299" cy="272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1053147" y="40106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83" name="矩形"/>
          <p:cNvSpPr/>
          <p:nvPr/>
        </p:nvSpPr>
        <p:spPr>
          <a:xfrm>
            <a:off x="829262" y="1740574"/>
            <a:ext cx="10439399" cy="7677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pic>
        <p:nvPicPr>
          <p:cNvPr id="84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85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86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87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6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88" name="文本框"/>
          <p:cNvSpPr>
            <a:spLocks noGrp="1"/>
          </p:cNvSpPr>
          <p:nvPr>
            <p:ph type="body" idx="1"/>
          </p:nvPr>
        </p:nvSpPr>
        <p:spPr>
          <a:xfrm>
            <a:off x="737991" y="736946"/>
            <a:ext cx="10364215" cy="16916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  </a:t>
            </a:r>
            <a:r>
              <a:rPr lang="en-US" altLang="zh-CN" sz="24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BLOCK DIAGRAM</a:t>
            </a:r>
            <a:r>
              <a:rPr lang="en-US" altLang="zh-CN" sz="26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</p:txBody>
      </p:sp>
      <p:pic>
        <p:nvPicPr>
          <p:cNvPr id="89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90" name="矩形"/>
          <p:cNvSpPr/>
          <p:nvPr/>
        </p:nvSpPr>
        <p:spPr>
          <a:xfrm>
            <a:off x="908647" y="3942298"/>
            <a:ext cx="10883299" cy="2724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91" name="矩形"/>
          <p:cNvSpPr/>
          <p:nvPr/>
        </p:nvSpPr>
        <p:spPr>
          <a:xfrm>
            <a:off x="1053147" y="40106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16450" y="2839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290" y="11496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44" name="矩形"/>
          <p:cNvSpPr/>
          <p:nvPr/>
        </p:nvSpPr>
        <p:spPr>
          <a:xfrm>
            <a:off x="829262" y="1438935"/>
            <a:ext cx="10439399" cy="13487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20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pic>
        <p:nvPicPr>
          <p:cNvPr id="145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46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147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148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7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149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50" name="文本框"/>
          <p:cNvSpPr>
            <a:spLocks noGrp="1"/>
          </p:cNvSpPr>
          <p:nvPr>
            <p:ph type="title"/>
          </p:nvPr>
        </p:nvSpPr>
        <p:spPr>
          <a:xfrm>
            <a:off x="76200" y="1120869"/>
            <a:ext cx="14859002" cy="4603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       </a:t>
            </a:r>
            <a:r>
              <a:rPr lang="en-IN" altLang="en-US" sz="24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FLOW CHART</a:t>
            </a:r>
            <a:r>
              <a:rPr lang="en-US" altLang="zh-CN" sz="24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                         </a:t>
            </a:r>
            <a:endParaRPr lang="zh-CN" altLang="en-US" sz="24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51" name="矩形"/>
          <p:cNvSpPr/>
          <p:nvPr/>
        </p:nvSpPr>
        <p:spPr>
          <a:xfrm>
            <a:off x="1053147" y="40106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152" name="矩形"/>
          <p:cNvSpPr/>
          <p:nvPr/>
        </p:nvSpPr>
        <p:spPr>
          <a:xfrm>
            <a:off x="1056076" y="-247647"/>
            <a:ext cx="2807956" cy="35382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600" b="0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290" y="11496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57" name="矩形"/>
          <p:cNvSpPr/>
          <p:nvPr/>
        </p:nvSpPr>
        <p:spPr>
          <a:xfrm>
            <a:off x="829262" y="1438935"/>
            <a:ext cx="10439399" cy="13487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20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pic>
        <p:nvPicPr>
          <p:cNvPr id="15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59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160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161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8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62" name="文本框"/>
          <p:cNvSpPr>
            <a:spLocks noGrp="1"/>
          </p:cNvSpPr>
          <p:nvPr>
            <p:ph type="body" idx="1"/>
          </p:nvPr>
        </p:nvSpPr>
        <p:spPr>
          <a:xfrm>
            <a:off x="866853" y="715988"/>
            <a:ext cx="10364215" cy="98488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4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 charset="0"/>
              </a:rPr>
              <a:t>                                                                  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b="0" i="0" u="none" strike="noStrike" kern="0" cap="none" spc="0" baseline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</p:txBody>
      </p:sp>
      <p:pic>
        <p:nvPicPr>
          <p:cNvPr id="163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64" name="文本框"/>
          <p:cNvSpPr>
            <a:spLocks noGrp="1"/>
          </p:cNvSpPr>
          <p:nvPr>
            <p:ph type="title"/>
          </p:nvPr>
        </p:nvSpPr>
        <p:spPr>
          <a:xfrm>
            <a:off x="981061" y="-388890"/>
            <a:ext cx="9359499" cy="23083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                                                     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SYSTEM ARCHITECTURE </a:t>
            </a:r>
            <a:br>
              <a:rPr lang="en-US" altLang="zh-CN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</a:br>
            <a:endParaRPr lang="en-US" altLang="zh-CN" sz="28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65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93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94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195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196" name="文本框"/>
          <p:cNvSpPr>
            <a:spLocks noGrp="1"/>
          </p:cNvSpPr>
          <p:nvPr>
            <p:ph type="title"/>
          </p:nvPr>
        </p:nvSpPr>
        <p:spPr>
          <a:xfrm>
            <a:off x="2133593" y="1554079"/>
            <a:ext cx="7558403" cy="38188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                </a:t>
            </a:r>
            <a:endParaRPr lang="zh-CN" altLang="en-US" sz="32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97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9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198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99" name="矩形"/>
          <p:cNvSpPr/>
          <p:nvPr/>
        </p:nvSpPr>
        <p:spPr>
          <a:xfrm>
            <a:off x="355187" y="1917022"/>
            <a:ext cx="11506200" cy="33839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200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01" name="矩形"/>
          <p:cNvSpPr/>
          <p:nvPr/>
        </p:nvSpPr>
        <p:spPr>
          <a:xfrm>
            <a:off x="840080" y="2352638"/>
            <a:ext cx="10655837" cy="27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02" name="矩形"/>
          <p:cNvSpPr/>
          <p:nvPr/>
        </p:nvSpPr>
        <p:spPr>
          <a:xfrm>
            <a:off x="695325" y="580390"/>
            <a:ext cx="10658475" cy="479234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algn="just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altLang="zh-CN" sz="2600" b="1" i="0" u="none" strike="noStrike" kern="120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0" indent="0" algn="just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HARDWARE COMPONENTS DESCRIPTION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b="1" i="0" u="none" strike="noStrike" kern="120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 dirty="0">
              <a:solidFill>
                <a:schemeClr val="tx1"/>
              </a:solidFill>
              <a:latin typeface="Calibri" panose="020F0502020204030204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1" i="0" u="none" strike="noStrike" kern="1200" cap="none" spc="0" baseline="0" dirty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19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20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21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22" name="文本框"/>
          <p:cNvSpPr>
            <a:spLocks noGrp="1"/>
          </p:cNvSpPr>
          <p:nvPr>
            <p:ph type="title"/>
          </p:nvPr>
        </p:nvSpPr>
        <p:spPr>
          <a:xfrm>
            <a:off x="2133593" y="1554079"/>
            <a:ext cx="7558403" cy="381889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                   </a:t>
            </a:r>
            <a:endParaRPr lang="zh-CN" altLang="en-US" sz="32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23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10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24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25" name="矩形"/>
          <p:cNvSpPr/>
          <p:nvPr/>
        </p:nvSpPr>
        <p:spPr>
          <a:xfrm>
            <a:off x="355187" y="1917022"/>
            <a:ext cx="11506200" cy="33839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sp>
      <p:sp>
        <p:nvSpPr>
          <p:cNvPr id="226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27" name="矩形"/>
          <p:cNvSpPr/>
          <p:nvPr/>
        </p:nvSpPr>
        <p:spPr>
          <a:xfrm>
            <a:off x="767080" y="476250"/>
            <a:ext cx="10655935" cy="1064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just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400" b="1" i="0" u="none" strike="noStrike" kern="1200" cap="none" spc="0" baseline="0" dirty="0">
                <a:solidFill>
                  <a:schemeClr val="tx1"/>
                </a:solidFill>
                <a:latin typeface="Calibri" panose="020F0502020204030204" charset="0"/>
                <a:ea typeface="SimSun" panose="02010600030101010101" pitchFamily="2" charset="-122"/>
                <a:cs typeface="Lucida Sans" panose="020B0602030504020204" charset="0"/>
              </a:rPr>
              <a:t>   </a:t>
            </a:r>
            <a:r>
              <a:rPr lang="en-US" altLang="zh-CN" sz="2000" b="1" i="0" u="none" strike="noStrike" kern="1200" cap="none" spc="0" baseline="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WORKING PRINCIPLE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Droid Sans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Droid Sans" charset="0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</p:txBody>
      </p:sp>
      <p:sp>
        <p:nvSpPr>
          <p:cNvPr id="228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32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33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34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35" name="文本框"/>
          <p:cNvSpPr>
            <a:spLocks noGrp="1"/>
          </p:cNvSpPr>
          <p:nvPr>
            <p:ph type="title"/>
          </p:nvPr>
        </p:nvSpPr>
        <p:spPr>
          <a:xfrm>
            <a:off x="1055370" y="1557020"/>
            <a:ext cx="10928985" cy="74251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sz="32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36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11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37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38" name="矩形"/>
          <p:cNvSpPr/>
          <p:nvPr/>
        </p:nvSpPr>
        <p:spPr>
          <a:xfrm>
            <a:off x="263747" y="1988777"/>
            <a:ext cx="11506200" cy="33839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9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40" name="矩形"/>
          <p:cNvSpPr/>
          <p:nvPr/>
        </p:nvSpPr>
        <p:spPr>
          <a:xfrm>
            <a:off x="624205" y="548640"/>
            <a:ext cx="6167755" cy="10763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000" b="1" i="0" u="none" strike="noStrike" kern="0" cap="none" spc="0" baseline="0">
              <a:solidFill>
                <a:schemeClr val="tx1"/>
              </a:solidFill>
              <a:latin typeface="Times New Roman" panose="02020603050405020304" charset="0"/>
              <a:ea typeface="Droid Sans" charset="0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SOFTWARE IMPLEMENTATION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chemeClr val="tx1"/>
                </a:solidFill>
                <a:latin typeface="Droid Sans" charset="0"/>
                <a:ea typeface="Droid Sans" charset="0"/>
                <a:cs typeface="Lucida Sans" panose="020B0602030504020204" charset="0"/>
              </a:rPr>
              <a:t>                                                   </a:t>
            </a:r>
            <a:endParaRPr lang="zh-CN" altLang="en-US" sz="2400" b="1" i="0" u="none" strike="noStrike" kern="0" cap="none" spc="0" baseline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</p:txBody>
      </p:sp>
      <p:sp>
        <p:nvSpPr>
          <p:cNvPr id="241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45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6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47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48" name="文本框"/>
          <p:cNvSpPr>
            <a:spLocks noGrp="1"/>
          </p:cNvSpPr>
          <p:nvPr>
            <p:ph type="title"/>
          </p:nvPr>
        </p:nvSpPr>
        <p:spPr>
          <a:xfrm>
            <a:off x="1055370" y="1772920"/>
            <a:ext cx="9693910" cy="374078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32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49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12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50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51" name="矩形"/>
          <p:cNvSpPr/>
          <p:nvPr/>
        </p:nvSpPr>
        <p:spPr>
          <a:xfrm>
            <a:off x="839470" y="836295"/>
            <a:ext cx="5698490" cy="1252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1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 b="1" i="0" u="none" strike="noStrike" kern="1200" cap="none" spc="0" baseline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RESULTS AND DISCUSSION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Droid Sans" charset="0"/>
                <a:ea typeface="SimSun" panose="02010600030101010101" pitchFamily="2" charset="-122"/>
                <a:cs typeface="Lucida Sans" panose="020B0602030504020204" charset="0"/>
              </a:rPr>
              <a:t>                                                        </a:t>
            </a:r>
            <a:endParaRPr lang="zh-CN" altLang="en-US" sz="2400" b="1" i="0" u="none" strike="noStrike" kern="1200" cap="none" spc="0" baseline="0">
              <a:solidFill>
                <a:schemeClr val="tx1"/>
              </a:solidFill>
              <a:latin typeface="Droid Sans" charset="0"/>
              <a:ea typeface="SimSun" panose="02010600030101010101" pitchFamily="2" charset="-122"/>
              <a:cs typeface="Lucida Sans" panose="020B0602030504020204" charset="0"/>
            </a:endParaRPr>
          </a:p>
        </p:txBody>
      </p:sp>
      <p:sp>
        <p:nvSpPr>
          <p:cNvPr id="252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53" name="矩形"/>
          <p:cNvSpPr/>
          <p:nvPr/>
        </p:nvSpPr>
        <p:spPr>
          <a:xfrm>
            <a:off x="763881" y="409566"/>
            <a:ext cx="11092031" cy="27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54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5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59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0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1" name="文本框"/>
          <p:cNvSpPr>
            <a:spLocks noGrp="1"/>
          </p:cNvSpPr>
          <p:nvPr>
            <p:ph type="title"/>
          </p:nvPr>
        </p:nvSpPr>
        <p:spPr>
          <a:xfrm>
            <a:off x="829303" y="1773154"/>
            <a:ext cx="7558403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sz="32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2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13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63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64" name="矩形"/>
          <p:cNvSpPr/>
          <p:nvPr/>
        </p:nvSpPr>
        <p:spPr>
          <a:xfrm>
            <a:off x="478790" y="1054735"/>
            <a:ext cx="11110595" cy="554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i="0" u="none" strike="noStrike" kern="0" cap="none" spc="0" baseline="0">
                <a:solidFill>
                  <a:schemeClr val="tx1"/>
                </a:solidFill>
                <a:latin typeface="Droid Sans" charset="0"/>
                <a:ea typeface="Droid Sans" charset="0"/>
                <a:cs typeface="Lucida Sans" panose="020B0602030504020204" charset="0"/>
              </a:rPr>
              <a:t>  </a:t>
            </a:r>
            <a:r>
              <a:rPr lang="en-US" altLang="zh-CN" sz="20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                                 </a:t>
            </a:r>
            <a:r>
              <a:rPr lang="en-US" altLang="zh-CN" sz="2400" b="1" i="0" u="none" strike="noStrike" kern="0" cap="none" spc="0" baseline="0">
                <a:solidFill>
                  <a:schemeClr val="tx1"/>
                </a:solidFill>
                <a:latin typeface="Droid Sans" charset="0"/>
                <a:ea typeface="Droid Sans" charset="0"/>
                <a:cs typeface="Lucida Sans" panose="020B0602030504020204" charset="0"/>
              </a:rPr>
              <a:t>                                    </a:t>
            </a:r>
            <a:endParaRPr lang="zh-CN" altLang="en-US" sz="2400" b="1" i="0" u="none" strike="noStrike" kern="0" cap="none" spc="0" baseline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</p:txBody>
      </p:sp>
      <p:sp>
        <p:nvSpPr>
          <p:cNvPr id="265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66" name="矩形"/>
          <p:cNvSpPr/>
          <p:nvPr/>
        </p:nvSpPr>
        <p:spPr>
          <a:xfrm>
            <a:off x="763881" y="409566"/>
            <a:ext cx="11092031" cy="27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7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" name="Text Box 1"/>
          <p:cNvSpPr txBox="1"/>
          <p:nvPr/>
        </p:nvSpPr>
        <p:spPr>
          <a:xfrm>
            <a:off x="839470" y="100647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APPLICATIONS</a:t>
            </a:r>
            <a:endParaRPr 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5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59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0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1" name="文本框"/>
          <p:cNvSpPr>
            <a:spLocks noGrp="1"/>
          </p:cNvSpPr>
          <p:nvPr>
            <p:ph type="title"/>
          </p:nvPr>
        </p:nvSpPr>
        <p:spPr>
          <a:xfrm>
            <a:off x="976623" y="1773154"/>
            <a:ext cx="7558403" cy="66864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sz="32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2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14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63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64" name="矩形"/>
          <p:cNvSpPr/>
          <p:nvPr/>
        </p:nvSpPr>
        <p:spPr>
          <a:xfrm>
            <a:off x="478790" y="1054735"/>
            <a:ext cx="11110595" cy="554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</a:t>
            </a:r>
            <a:r>
              <a:rPr lang="en-US" altLang="en-US" sz="20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ADVANTAGES</a:t>
            </a:r>
            <a:r>
              <a:rPr lang="en-US" altLang="zh-CN" sz="28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 </a:t>
            </a:r>
            <a:r>
              <a:rPr lang="en-US" altLang="zh-CN" sz="2400" b="1" i="0" u="none" strike="noStrike" kern="0" cap="none" spc="0" baseline="0">
                <a:solidFill>
                  <a:schemeClr val="tx1"/>
                </a:solidFill>
                <a:latin typeface="Droid Sans" charset="0"/>
                <a:ea typeface="Droid Sans" charset="0"/>
                <a:cs typeface="Lucida Sans" panose="020B0602030504020204" charset="0"/>
              </a:rPr>
              <a:t>                                                  </a:t>
            </a:r>
            <a:endParaRPr lang="zh-CN" altLang="en-US" sz="2400" b="1" i="0" u="none" strike="noStrike" kern="0" cap="none" spc="0" baseline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</p:txBody>
      </p:sp>
      <p:sp>
        <p:nvSpPr>
          <p:cNvPr id="265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66" name="矩形"/>
          <p:cNvSpPr/>
          <p:nvPr/>
        </p:nvSpPr>
        <p:spPr>
          <a:xfrm>
            <a:off x="763881" y="409566"/>
            <a:ext cx="11092031" cy="27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7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5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59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0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1" name="文本框"/>
          <p:cNvSpPr>
            <a:spLocks noGrp="1"/>
          </p:cNvSpPr>
          <p:nvPr>
            <p:ph type="title"/>
          </p:nvPr>
        </p:nvSpPr>
        <p:spPr>
          <a:xfrm>
            <a:off x="976630" y="1772920"/>
            <a:ext cx="9644380" cy="33966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sz="32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2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15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63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64" name="矩形"/>
          <p:cNvSpPr/>
          <p:nvPr/>
        </p:nvSpPr>
        <p:spPr>
          <a:xfrm>
            <a:off x="478790" y="1054735"/>
            <a:ext cx="11110595" cy="554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   </a:t>
            </a:r>
            <a:r>
              <a:rPr lang="en-US" altLang="en-US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CONCLUSION AND FUTURE ENHANCEMENT</a:t>
            </a:r>
            <a:r>
              <a:rPr lang="en-US" altLang="zh-CN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</a:t>
            </a: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 panose="020B0602030504020204" charset="0"/>
              </a:rPr>
              <a:t> </a:t>
            </a:r>
            <a:r>
              <a:rPr lang="en-US" altLang="zh-CN" sz="28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</a:t>
            </a:r>
            <a:r>
              <a:rPr lang="en-US" altLang="zh-CN" sz="2400" b="1" i="0" u="none" strike="noStrike" kern="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 panose="020B0602030504020204" charset="0"/>
              </a:rPr>
              <a:t>                                                  </a:t>
            </a:r>
            <a:endParaRPr lang="zh-CN" altLang="en-US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</p:txBody>
      </p:sp>
      <p:sp>
        <p:nvSpPr>
          <p:cNvPr id="265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66" name="矩形"/>
          <p:cNvSpPr/>
          <p:nvPr/>
        </p:nvSpPr>
        <p:spPr>
          <a:xfrm>
            <a:off x="763881" y="409566"/>
            <a:ext cx="11092031" cy="27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7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5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59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0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1" name="文本框"/>
          <p:cNvSpPr>
            <a:spLocks noGrp="1"/>
          </p:cNvSpPr>
          <p:nvPr>
            <p:ph type="title"/>
          </p:nvPr>
        </p:nvSpPr>
        <p:spPr>
          <a:xfrm>
            <a:off x="976630" y="1772920"/>
            <a:ext cx="9644380" cy="33966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sz="32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2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16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63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64" name="矩形"/>
          <p:cNvSpPr/>
          <p:nvPr/>
        </p:nvSpPr>
        <p:spPr>
          <a:xfrm>
            <a:off x="478790" y="1054735"/>
            <a:ext cx="11110595" cy="554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   </a:t>
            </a:r>
            <a:r>
              <a:rPr lang="en-US" altLang="en-US" sz="2000" b="1" i="0" u="none" strike="noStrike" kern="0" cap="none" spc="0" baseline="0" dirty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SDG/PO/PSO MAPPING WITH JUSTIFICATION</a:t>
            </a:r>
            <a:endParaRPr lang="zh-CN" altLang="en-US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</p:txBody>
      </p:sp>
      <p:sp>
        <p:nvSpPr>
          <p:cNvPr id="265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66" name="矩形"/>
          <p:cNvSpPr/>
          <p:nvPr/>
        </p:nvSpPr>
        <p:spPr>
          <a:xfrm>
            <a:off x="763881" y="409566"/>
            <a:ext cx="11092031" cy="27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7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670199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42" y="0"/>
            <a:ext cx="12192000" cy="761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58" name="图片" descr="ppt-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1999" y="6312935"/>
            <a:ext cx="11430001" cy="522071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59" name="矩形"/>
          <p:cNvSpPr/>
          <p:nvPr/>
        </p:nvSpPr>
        <p:spPr>
          <a:xfrm>
            <a:off x="76200" y="6248400"/>
            <a:ext cx="900747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960000"/>
                </a:solidFill>
                <a:latin typeface="Arial Black" panose="020B0A04020102020204" pitchFamily="34" charset="0"/>
                <a:ea typeface="Aharoni" pitchFamily="2" charset="0"/>
                <a:cs typeface="Aharoni" pitchFamily="2" charset="0"/>
              </a:rPr>
              <a:t>ECE</a:t>
            </a:r>
            <a:endParaRPr lang="zh-CN" altLang="en-US" sz="2400" b="0" i="0" u="none" strike="noStrike" kern="1200" cap="none" spc="0" baseline="0">
              <a:solidFill>
                <a:srgbClr val="960000"/>
              </a:solidFill>
              <a:latin typeface="Arial Black" panose="020B0A04020102020204" pitchFamily="34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0" name="矩形"/>
          <p:cNvSpPr/>
          <p:nvPr/>
        </p:nvSpPr>
        <p:spPr>
          <a:xfrm>
            <a:off x="1676400" y="6320135"/>
            <a:ext cx="10377785" cy="45338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Century Schoolbook" panose="02040604050505020304" pitchFamily="18" charset="0"/>
                <a:ea typeface="Aharoni" pitchFamily="2" charset="0"/>
                <a:cs typeface="Aharoni" pitchFamily="2" charset="0"/>
              </a:rPr>
              <a:t>Department of  Electronics and Communication Engineering</a:t>
            </a:r>
            <a:endParaRPr lang="zh-CN" altLang="en-US" sz="2400" b="1" i="0" u="none" strike="noStrike" kern="1200" cap="none" spc="0" baseline="0">
              <a:solidFill>
                <a:schemeClr val="bg1"/>
              </a:solidFill>
              <a:latin typeface="Century Schoolbook" panose="02040604050505020304" pitchFamily="18" charset="0"/>
              <a:ea typeface="Aharoni" pitchFamily="2" charset="0"/>
              <a:cs typeface="Aharoni" pitchFamily="2" charset="0"/>
            </a:endParaRPr>
          </a:p>
        </p:txBody>
      </p:sp>
      <p:sp>
        <p:nvSpPr>
          <p:cNvPr id="261" name="文本框"/>
          <p:cNvSpPr>
            <a:spLocks noGrp="1"/>
          </p:cNvSpPr>
          <p:nvPr>
            <p:ph type="title"/>
          </p:nvPr>
        </p:nvSpPr>
        <p:spPr>
          <a:xfrm>
            <a:off x="976630" y="1772920"/>
            <a:ext cx="9644380" cy="33966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endParaRPr lang="zh-CN" altLang="en-US" sz="3200" b="1" i="0" u="none" strike="noStrike" kern="0" cap="none" spc="0" baseline="0" dirty="0">
              <a:solidFill>
                <a:schemeClr val="tx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2" name="文本框"/>
          <p:cNvSpPr>
            <a:spLocks noGrp="1"/>
          </p:cNvSpPr>
          <p:nvPr>
            <p:ph type="sldNum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rgbClr val="898989"/>
                </a:solidFill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</a:rPr>
              <a:t>17</a:t>
            </a:fld>
            <a:endParaRPr lang="zh-CN" altLang="en-US" sz="1800" b="0" i="0" u="none" strike="noStrike" kern="1200" cap="none" spc="0" baseline="0">
              <a:solidFill>
                <a:srgbClr val="898989"/>
              </a:solidFill>
              <a:latin typeface="Calibri" panose="020F0502020204030204" charset="0"/>
              <a:ea typeface="SimSun" panose="02010600030101010101" pitchFamily="2" charset="-122"/>
              <a:cs typeface="Calibri" panose="020F0502020204030204" charset="0"/>
            </a:endParaRPr>
          </a:p>
        </p:txBody>
      </p:sp>
      <p:pic>
        <p:nvPicPr>
          <p:cNvPr id="263" name="图片" descr="C:\Users\ADMIN\Downloads\prathyusha newone (2)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440" y="11496"/>
            <a:ext cx="807822" cy="80782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264" name="矩形"/>
          <p:cNvSpPr/>
          <p:nvPr/>
        </p:nvSpPr>
        <p:spPr>
          <a:xfrm>
            <a:off x="478790" y="1054735"/>
            <a:ext cx="11110595" cy="554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     </a:t>
            </a:r>
            <a:r>
              <a:rPr lang="en-US" altLang="en-US" sz="2000" b="1" i="0" u="none" strike="noStrike" kern="0" cap="none" spc="0" baseline="0">
                <a:solidFill>
                  <a:schemeClr val="tx1"/>
                </a:solidFill>
                <a:latin typeface="Times New Roman" panose="02020603050405020304" charset="0"/>
                <a:ea typeface="Droid Sans" charset="0"/>
                <a:cs typeface="Times New Roman" panose="02020603050405020304" charset="0"/>
              </a:rPr>
              <a:t>PROPOSED OUTCOME</a:t>
            </a:r>
            <a:endParaRPr lang="zh-CN" altLang="en-US" sz="2400" b="1" i="0" u="none" strike="noStrike" kern="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 panose="020B0602030504020204" charset="0"/>
            </a:endParaRPr>
          </a:p>
        </p:txBody>
      </p:sp>
      <p:sp>
        <p:nvSpPr>
          <p:cNvPr id="265" name="矩形"/>
          <p:cNvSpPr/>
          <p:nvPr/>
        </p:nvSpPr>
        <p:spPr>
          <a:xfrm>
            <a:off x="1053147" y="17114"/>
            <a:ext cx="10439399" cy="7677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spAutoFit/>
          </a:bodyPr>
          <a:lstStyle/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PRATHYUSHA ENGINEERING COLLEGE</a:t>
            </a:r>
          </a:p>
          <a:p>
            <a:pPr marL="0" indent="0" algn="ct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bg1"/>
                </a:solidFill>
                <a:latin typeface="Times New Roman" panose="02020603050405020304" charset="0"/>
                <a:ea typeface="Aharoni" pitchFamily="2" charset="0"/>
                <a:cs typeface="Times New Roman" panose="02020603050405020304" charset="0"/>
              </a:rPr>
              <a:t>(An AUTONOMOUS INSTITUTION)</a:t>
            </a:r>
            <a:endParaRPr lang="zh-CN" altLang="en-US" sz="1600" b="1" i="0" u="none" strike="noStrike" kern="1200" cap="none" spc="0" baseline="0">
              <a:solidFill>
                <a:schemeClr val="bg1"/>
              </a:solidFill>
              <a:latin typeface="Times New Roman" panose="02020603050405020304" charset="0"/>
              <a:ea typeface="Aharoni" pitchFamily="2" charset="0"/>
              <a:cs typeface="Times New Roman" panose="02020603050405020304" charset="0"/>
            </a:endParaRPr>
          </a:p>
        </p:txBody>
      </p:sp>
      <p:sp>
        <p:nvSpPr>
          <p:cNvPr id="266" name="矩形"/>
          <p:cNvSpPr/>
          <p:nvPr/>
        </p:nvSpPr>
        <p:spPr>
          <a:xfrm>
            <a:off x="763881" y="409566"/>
            <a:ext cx="11092031" cy="27241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67" name="矩形"/>
          <p:cNvSpPr/>
          <p:nvPr/>
        </p:nvSpPr>
        <p:spPr>
          <a:xfrm>
            <a:off x="624083" y="409568"/>
            <a:ext cx="11165980" cy="2724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2066432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E6CD-FFAB-40EB-B5FE-AC75CC8F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C472A-7318-48FC-B923-EA05D7EE0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004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</TotalTime>
  <Words>470</Words>
  <Application>Microsoft Office PowerPoint</Application>
  <PresentationFormat>Widescreen</PresentationFormat>
  <Paragraphs>193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Century Schoolbook</vt:lpstr>
      <vt:lpstr>Droid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FLOW CHART                                  </vt:lpstr>
      <vt:lpstr>                                                                   SYSTEM ARCHITECTURE  </vt:lpstr>
      <vt:lpstr>                         </vt:lpstr>
      <vt:lpstr>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VIJAY</cp:lastModifiedBy>
  <cp:revision>65</cp:revision>
  <dcterms:created xsi:type="dcterms:W3CDTF">2024-04-04T05:09:00Z</dcterms:created>
  <dcterms:modified xsi:type="dcterms:W3CDTF">2026-09-27T11:12:04Z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2024-04-03T03:00:00Z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2024-04-04T03:00:00Z</vt:filetime>
  </property>
  <property fmtid="{D5CDD505-2E9C-101B-9397-08002B2CF9AE}" pid="5" name="ICV">
    <vt:lpwstr>644C7E7A9EB047359CC5309DF83B3857_13</vt:lpwstr>
  </property>
  <property fmtid="{D5CDD505-2E9C-101B-9397-08002B2CF9AE}" pid="6" name="KSOProductBuildVer">
    <vt:lpwstr>1033-12.2.0.23196</vt:lpwstr>
  </property>
</Properties>
</file>